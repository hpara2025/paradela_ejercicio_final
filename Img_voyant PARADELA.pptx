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4" r:id="rId6"/>
    <p:sldId id="263" r:id="rId7"/>
    <p:sldId id="260" r:id="rId8"/>
    <p:sldId id="266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1183F-2BE7-45D9-8F22-96436225DF4B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3413C-5793-458F-A572-245680586E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10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3413C-5793-458F-A572-245680586E9D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4912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3413C-5793-458F-A572-245680586E9D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72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3413C-5793-458F-A572-245680586E9D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06428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3413C-5793-458F-A572-245680586E9D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1969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6BE7-2B64-680B-1176-1388F33D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EBBE89-FEC2-B5D6-15A8-E512804C3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8C0807-8549-16F6-7155-847274203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18BDB3-24CA-783B-A27B-28D5AE4F6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3413C-5793-458F-A572-245680586E9D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3704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61ABB-6DD1-2676-D416-C1BBC4646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A9CF2A-1219-B65B-7C5B-AAB490301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F8C3F1-07FB-E0E6-BD08-90EE3F11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15A908-E166-2850-E7C2-34E79960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854BD2-1465-5D4D-455F-63115977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1331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13976-1410-154D-712B-732E5B287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FB1D71-C6C7-7F45-B0BB-3AA4D9DF4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6732E7-0964-ACEF-6ECA-39541C88C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33C381-D608-2C69-C824-0B453EF5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EA37B8-35C2-F7DF-33CE-E0689B82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965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AD64E-9013-18BB-8363-BAA39847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B958F5-A635-16AD-12FD-366809B60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1322EA-4167-0F2E-81F6-077CAD53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C3CC9-E2DB-DCB5-91DA-D473DCDD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62B4AF-3C5D-9E41-F6D1-24173A12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970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80947-FA77-8AC5-9466-36384321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BB337-A04E-E45C-5398-F3028E117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6FBD8A-6CB8-7FD5-A90D-DB3382275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84022C-D40F-EB94-32C0-132DF071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9154C4-7E81-E6C5-7770-1AB0774F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8252A1-C70E-7838-AE47-B2939613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33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976C0-DFDC-CDDE-6279-FDF0CE5F1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A1B61F-DBED-7A1C-FDA5-F84A0599D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87DADA-5B1B-4E7E-C516-29F2F7433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97729A-BE5C-EB01-99EC-D356DA2B8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8BF8CF-3FAA-BD0F-09B5-E8D922ECC7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DADB60-4850-996C-8114-03B922C7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459B2BE-CD65-48A7-78CF-54B7B2230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876C85-F979-3311-93CD-45B7CD15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623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D989D-F12A-AC8F-1889-EDF7D357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F70248F-B5D6-2C36-B610-3A412F04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58EEB99-52BB-E3E3-C109-537E4F35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54F389-6995-3B75-1F7D-21E19AFE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113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63400-7FE5-0C4D-A134-9765CD30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0CC9CE-52BC-66AD-1E4B-9BC91564D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3DE37B-61FA-16A8-73D6-EE20CCB1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40994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0E807-BF48-F3CA-A5BE-DF0AA60F8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ADA96E-24A1-69E0-0F49-A9FF3E153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2E34BF-6151-EEC5-C11D-ABBCFD6E2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5DE2D2-76B7-2FE0-9EE9-68623CE37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DB2509-3274-5EFA-589C-37D699536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5335CE-78A0-0CBB-77D8-E1E9C241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2331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1A087-1269-0E53-FAB7-325DFA31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374543-3AC0-3B9F-9AFC-A961121B9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2E8F96-7B7D-C073-8CFA-EF706E2A6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81BB2E-D5F8-2404-9B0E-BF45AA7D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5F7511-C478-018B-1B28-328F2BAF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A12906-D9B5-6F7D-0215-046603D34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639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DCB5E-4D18-34AC-F3C9-B9B5CE74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47AEEA-E46A-DC74-6B57-0A0E684EA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4A0744-F0DA-3966-6A2D-7A538B5A4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FB90-4959-C49A-46F0-4EA7DFE5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B86A37-D7D2-27B3-2DBF-D0FBB482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0618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B203D4-3FE7-980D-D322-CC5FB16508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C5BE12-37FD-3A6A-BE14-254039DBE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BFCAA3-F325-1088-BFBE-6E63E0AA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9EA909-BDFE-BAC9-ED2A-3076D391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1ED8A5-9D2A-4DB3-D039-C9AD021A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738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B31517-75E5-7468-EE18-BCBB3E32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9233F9-201F-DE46-AD24-F3F495E95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113180-F839-1CDD-BE74-406B20173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469E2-BB24-4082-87AA-0035A3EEEA07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3E7E6C-D44E-B421-0436-4C5A60A57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6225E8-C6D7-CF5A-3772-05A4594E2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7B360-1AA0-4DC2-B272-196897FE00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735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oyant-tools.org/?corpus=99b82f08db66891291f05d01385e3244&amp;palette=Observable10&amp;stopList=keywords-37bffb3bc61d0a340120b73ace0fa1fe&amp;limit=35&amp;view=Summary" TargetMode="External"/><Relationship Id="rId2" Type="http://schemas.openxmlformats.org/officeDocument/2006/relationships/hyperlink" Target="https://voyant-tools.org/?corpus=99b82f08db66891291f05d01385e324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7459CD0-52CA-BCF4-B8ED-1448F4EF60D7}"/>
              </a:ext>
            </a:extLst>
          </p:cNvPr>
          <p:cNvSpPr txBox="1"/>
          <p:nvPr/>
        </p:nvSpPr>
        <p:spPr>
          <a:xfrm>
            <a:off x="471948" y="299894"/>
            <a:ext cx="111202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/>
              <a:t>MATERIA: Módulo de actualización técnica y herramientas digitales</a:t>
            </a:r>
          </a:p>
          <a:p>
            <a:r>
              <a:rPr lang="es-AR" b="1" dirty="0"/>
              <a:t>Trabajo práctico final.			HORACIO PARADELA</a:t>
            </a:r>
          </a:p>
          <a:p>
            <a:endParaRPr lang="es-AR" b="1" dirty="0"/>
          </a:p>
          <a:p>
            <a:r>
              <a:rPr lang="es-AR" b="1" dirty="0"/>
              <a:t>Trabajo con VOYANT TOOLS</a:t>
            </a:r>
          </a:p>
          <a:p>
            <a:endParaRPr lang="es-AR" dirty="0"/>
          </a:p>
          <a:p>
            <a:r>
              <a:rPr lang="es-AR" b="1" dirty="0"/>
              <a:t>URL generada: </a:t>
            </a:r>
            <a:r>
              <a:rPr lang="es-AR" dirty="0">
                <a:hlinkClick r:id="rId2"/>
              </a:rPr>
              <a:t>https://voyant-tools.org/?corpus=99b82f08db66891291f05d01385e3244</a:t>
            </a:r>
            <a:endParaRPr lang="es-AR" dirty="0"/>
          </a:p>
          <a:p>
            <a:endParaRPr lang="es-AR" dirty="0"/>
          </a:p>
          <a:p>
            <a:r>
              <a:rPr lang="es-AR" b="1" dirty="0"/>
              <a:t>Sumario</a:t>
            </a:r>
          </a:p>
          <a:p>
            <a:r>
              <a:rPr lang="es-AR" dirty="0">
                <a:hlinkClick r:id="rId3"/>
              </a:rPr>
              <a:t>https://voyant-tools.org/?corpus=99b82f08db66891291f05d01385e3244&amp;palette=Observable10&amp;stopList=keywords-37bffb3bc61d0a340120b73ace0fa1fe&amp;limit=35&amp;view=Summary</a:t>
            </a:r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MX" dirty="0"/>
              <a:t>Este corpus tiene 3 documentos con 13,193 total de palabras y 3,252 formulario de palabra única. </a:t>
            </a:r>
          </a:p>
          <a:p>
            <a:endParaRPr lang="es-MX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67788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4E9166C-F04D-D555-B724-C17FB23EF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21" t="5677" r="1" b="5034"/>
          <a:stretch>
            <a:fillRect/>
          </a:stretch>
        </p:blipFill>
        <p:spPr>
          <a:xfrm>
            <a:off x="20" y="389744"/>
            <a:ext cx="12191980" cy="613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046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3B82F9E-76CA-C7A9-8688-3515CE782D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92" r="24524"/>
          <a:stretch>
            <a:fillRect/>
          </a:stretch>
        </p:blipFill>
        <p:spPr bwMode="auto">
          <a:xfrm>
            <a:off x="4743103" y="2514600"/>
            <a:ext cx="6686405" cy="369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56D9CAD-D4BF-5116-4C1A-789C1F7F49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6" t="21097" r="63875" b="47776"/>
          <a:stretch>
            <a:fillRect/>
          </a:stretch>
        </p:blipFill>
        <p:spPr>
          <a:xfrm>
            <a:off x="471941" y="713282"/>
            <a:ext cx="4716370" cy="253958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250B7D2-F9E7-D07A-E4CB-655AF13FC1FD}"/>
              </a:ext>
            </a:extLst>
          </p:cNvPr>
          <p:cNvSpPr txBox="1"/>
          <p:nvPr/>
        </p:nvSpPr>
        <p:spPr>
          <a:xfrm>
            <a:off x="2830126" y="357963"/>
            <a:ext cx="700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Visualización con Cirrus previo y posterior a la limpieza de </a:t>
            </a:r>
            <a:r>
              <a:rPr lang="es-AR" dirty="0" err="1"/>
              <a:t>stopwords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69924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3132B18-8083-299A-601B-A66EFE9DD8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36" t="10910" r="27416" b="6646"/>
          <a:stretch>
            <a:fillRect/>
          </a:stretch>
        </p:blipFill>
        <p:spPr>
          <a:xfrm>
            <a:off x="3390900" y="490428"/>
            <a:ext cx="5410200" cy="565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1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1C2B76B-DD91-B402-AEEE-3A22653B66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63" b="5771"/>
          <a:stretch>
            <a:fillRect/>
          </a:stretch>
        </p:blipFill>
        <p:spPr>
          <a:xfrm>
            <a:off x="0" y="389744"/>
            <a:ext cx="12192000" cy="607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881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17CCC1-D4E5-EF30-6EB8-2D3A6A3CF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65" t="37809" b="7958"/>
          <a:stretch>
            <a:fillRect/>
          </a:stretch>
        </p:blipFill>
        <p:spPr>
          <a:xfrm>
            <a:off x="0" y="1000593"/>
            <a:ext cx="11776465" cy="485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0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F661BA5-AFB3-42CD-93F3-C61B1FC84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04" r="77661" b="36885"/>
          <a:stretch>
            <a:fillRect/>
          </a:stretch>
        </p:blipFill>
        <p:spPr>
          <a:xfrm>
            <a:off x="284813" y="1109272"/>
            <a:ext cx="3825240" cy="46319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7D3AC92-006A-0C8A-865A-DAAEA6B075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84" t="19471" r="31270" b="37043"/>
          <a:stretch>
            <a:fillRect/>
          </a:stretch>
        </p:blipFill>
        <p:spPr>
          <a:xfrm>
            <a:off x="4271775" y="308087"/>
            <a:ext cx="6972960" cy="623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48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0407-A066-89C9-A3D4-6493BDF74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91D03BD-8432-6EF8-D15D-8EEDDB5C4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44" t="20314" r="26228" b="28296"/>
          <a:stretch>
            <a:fillRect/>
          </a:stretch>
        </p:blipFill>
        <p:spPr>
          <a:xfrm>
            <a:off x="264827" y="359764"/>
            <a:ext cx="11307580" cy="683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90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93</Words>
  <Application>Microsoft Office PowerPoint</Application>
  <PresentationFormat>Panorámica</PresentationFormat>
  <Paragraphs>20</Paragraphs>
  <Slides>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Horacio Paradela</dc:creator>
  <cp:lastModifiedBy>Horacio Paradela</cp:lastModifiedBy>
  <cp:revision>7</cp:revision>
  <dcterms:created xsi:type="dcterms:W3CDTF">2025-12-23T23:05:45Z</dcterms:created>
  <dcterms:modified xsi:type="dcterms:W3CDTF">2025-12-26T16:09:29Z</dcterms:modified>
</cp:coreProperties>
</file>