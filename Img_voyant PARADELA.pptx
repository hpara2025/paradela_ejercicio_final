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</p:sldIdLst>
  <p:sldSz cx="12192000" cy="6858000"/>
  <p:notesSz cx="6858000" cy="9144000"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8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51183F-2BE7-45D9-8F22-96436225DF4B}" type="datetimeFigureOut">
              <a:rPr lang="es-AR" smtClean="0"/>
              <a:t>24/12/2025</a:t>
            </a:fld>
            <a:endParaRPr lang="es-AR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3413C-5793-458F-A572-245680586E9D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72100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3413C-5793-458F-A572-245680586E9D}" type="slidenum">
              <a:rPr lang="es-AR" smtClean="0"/>
              <a:t>2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2849121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3413C-5793-458F-A572-245680586E9D}" type="slidenum">
              <a:rPr lang="es-AR" smtClean="0"/>
              <a:t>5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1064283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3413C-5793-458F-A572-245680586E9D}" type="slidenum">
              <a:rPr lang="es-AR" smtClean="0"/>
              <a:t>6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819697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D61ABB-6DD1-2676-D416-C1BBC4646E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FA9CF2A-1219-B65B-7C5B-AAB490301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2F8C3F1-07FB-E0E6-BD08-90EE3F11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469E2-BB24-4082-87AA-0035A3EEEA07}" type="datetimeFigureOut">
              <a:rPr lang="es-AR" smtClean="0"/>
              <a:t>23/12/2025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D15A908-E166-2850-E7C2-34E79960A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8854BD2-1465-5D4D-455F-63115977C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A7B360-1AA0-4DC2-B272-196897FE0073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401331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313976-1410-154D-712B-732E5B287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2FB1D71-C6C7-7F45-B0BB-3AA4D9DF4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E6732E7-0964-ACEF-6ECA-39541C88C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469E2-BB24-4082-87AA-0035A3EEEA07}" type="datetimeFigureOut">
              <a:rPr lang="es-AR" smtClean="0"/>
              <a:t>23/12/2025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33C381-D608-2C69-C824-0B453EF51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AEA37B8-35C2-F7DF-33CE-E0689B82D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A7B360-1AA0-4DC2-B272-196897FE0073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4696575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2AD64E-9013-18BB-8363-BAA398477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5B958F5-A635-16AD-12FD-366809B600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11322EA-4167-0F2E-81F6-077CAD531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469E2-BB24-4082-87AA-0035A3EEEA07}" type="datetimeFigureOut">
              <a:rPr lang="es-AR" smtClean="0"/>
              <a:t>23/12/2025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63C3CC9-E2DB-DCB5-91DA-D473DCDD3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B62B4AF-3C5D-9E41-F6D1-24173A12B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A7B360-1AA0-4DC2-B272-196897FE0073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269702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D80947-FA77-8AC5-9466-363843214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F7BB337-A04E-E45C-5398-F3028E1172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B6FBD8A-6CB8-7FD5-A90D-DB33822751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084022C-D40F-EB94-32C0-132DF071F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469E2-BB24-4082-87AA-0035A3EEEA07}" type="datetimeFigureOut">
              <a:rPr lang="es-AR" smtClean="0"/>
              <a:t>23/12/2025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69154C4-7E81-E6C5-7770-1AB0774F52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58252A1-C70E-7838-AE47-B29396138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A7B360-1AA0-4DC2-B272-196897FE0073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6333525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E976C0-DFDC-CDDE-6279-FDF0CE5F1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7A1B61F-DBED-7A1C-FDA5-F84A0599D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487DADA-5B1B-4E7E-C516-29F2F74333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897729A-BE5C-EB01-99EC-D356DA2B83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B8BF8CF-3FAA-BD0F-09B5-E8D922ECC7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DADADB60-4850-996C-8114-03B922C7F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469E2-BB24-4082-87AA-0035A3EEEA07}" type="datetimeFigureOut">
              <a:rPr lang="es-AR" smtClean="0"/>
              <a:t>23/12/2025</a:t>
            </a:fld>
            <a:endParaRPr lang="es-AR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8459B2BE-CD65-48A7-78CF-54B7B2230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72876C85-F979-3311-93CD-45B7CD158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A7B360-1AA0-4DC2-B272-196897FE0073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362303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ED989D-F12A-AC8F-1889-EDF7D3575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7F70248F-B5D6-2C36-B610-3A412F044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469E2-BB24-4082-87AA-0035A3EEEA07}" type="datetimeFigureOut">
              <a:rPr lang="es-AR" smtClean="0"/>
              <a:t>23/12/2025</a:t>
            </a:fld>
            <a:endParaRPr lang="es-AR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58EEB99-52BB-E3E3-C109-537E4F35C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354F389-6995-3B75-1F7D-21E19AFEF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A7B360-1AA0-4DC2-B272-196897FE0073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341136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ED63400-7FE5-0C4D-A134-9765CD301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469E2-BB24-4082-87AA-0035A3EEEA07}" type="datetimeFigureOut">
              <a:rPr lang="es-AR" smtClean="0"/>
              <a:t>23/12/2025</a:t>
            </a:fld>
            <a:endParaRPr lang="es-AR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90CC9CE-52BC-66AD-1E4B-9BC91564D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83DE37B-61FA-16A8-73D6-EE20CCB13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A7B360-1AA0-4DC2-B272-196897FE0073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640994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80E807-BF48-F3CA-A5BE-DF0AA60F8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1ADA96E-24A1-69E0-0F49-A9FF3E1531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F2E34BF-6151-EEC5-C11D-ABBCFD6E2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05DE2D2-76B7-2FE0-9EE9-68623CE37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469E2-BB24-4082-87AA-0035A3EEEA07}" type="datetimeFigureOut">
              <a:rPr lang="es-AR" smtClean="0"/>
              <a:t>23/12/2025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EDB2509-3274-5EFA-589C-37D699536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05335CE-78A0-0CBB-77D8-E1E9C2411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A7B360-1AA0-4DC2-B272-196897FE0073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822331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21A087-1269-0E53-FAB7-325DFA317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7374543-3AC0-3B9F-9AFC-A961121B9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AR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C2E8F96-7B7D-C073-8CFA-EF706E2A6A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A81BB2E-D5F8-2404-9B0E-BF45AA7D0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469E2-BB24-4082-87AA-0035A3EEEA07}" type="datetimeFigureOut">
              <a:rPr lang="es-AR" smtClean="0"/>
              <a:t>23/12/2025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C5F7511-C478-018B-1B28-328F2BAFA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9A12906-D9B5-6F7D-0215-046603D34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A7B360-1AA0-4DC2-B272-196897FE0073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2063991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9DCB5E-4D18-34AC-F3C9-B9B5CE74A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A47AEEA-E46A-DC74-6B57-0A0E684EA4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64A0744-F0DA-3966-6A2D-7A538B5A4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469E2-BB24-4082-87AA-0035A3EEEA07}" type="datetimeFigureOut">
              <a:rPr lang="es-AR" smtClean="0"/>
              <a:t>23/12/2025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ABFB90-4959-C49A-46F0-4EA7DFE58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5B86A37-D7D2-27B3-2DBF-D0FBB4821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A7B360-1AA0-4DC2-B272-196897FE0073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6061811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8B203D4-3FE7-980D-D322-CC5FB16508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7C5BE12-37FD-3A6A-BE14-254039DBE1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3BFCAA3-F325-1088-BFBE-6E63E0AAC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469E2-BB24-4082-87AA-0035A3EEEA07}" type="datetimeFigureOut">
              <a:rPr lang="es-AR" smtClean="0"/>
              <a:t>23/12/2025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79EA909-BDFE-BAC9-ED2A-3076D3910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61ED8A5-9D2A-4DB3-D039-C9AD021AE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A7B360-1AA0-4DC2-B272-196897FE0073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967387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1B31517-75E5-7468-EE18-BCBB3E3248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59233F9-201F-DE46-AD24-F3F495E953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0113180-F839-1CDD-BE74-406B20173E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4469E2-BB24-4082-87AA-0035A3EEEA07}" type="datetimeFigureOut">
              <a:rPr lang="es-AR" smtClean="0"/>
              <a:t>23/12/2025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93E7E6C-D44E-B421-0436-4C5A60A572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F6225E8-C6D7-CF5A-3772-05A4594E23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A7B360-1AA0-4DC2-B272-196897FE0073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677353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voyant-tools.org/?corpus=99b82f08db66891291f05d01385e3244&amp;palette=Observable10&amp;stopList=keywords-37bffb3bc61d0a340120b73ace0fa1fe&amp;limit=35&amp;view=Summary" TargetMode="External"/><Relationship Id="rId2" Type="http://schemas.openxmlformats.org/officeDocument/2006/relationships/hyperlink" Target="https://voyant-tools.org/?corpus=99b82f08db66891291f05d01385e3244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F7459CD0-52CA-BCF4-B8ED-1448F4EF60D7}"/>
              </a:ext>
            </a:extLst>
          </p:cNvPr>
          <p:cNvSpPr txBox="1"/>
          <p:nvPr/>
        </p:nvSpPr>
        <p:spPr>
          <a:xfrm>
            <a:off x="471948" y="299894"/>
            <a:ext cx="11120284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b="1" dirty="0"/>
              <a:t>MATERIA: Módulo de actualización técnica y herramientas digitales</a:t>
            </a:r>
          </a:p>
          <a:p>
            <a:r>
              <a:rPr lang="es-AR" b="1" dirty="0"/>
              <a:t>Trabajo práctico final.			HORACIO PARADELA</a:t>
            </a:r>
          </a:p>
          <a:p>
            <a:endParaRPr lang="es-AR" b="1" dirty="0"/>
          </a:p>
          <a:p>
            <a:r>
              <a:rPr lang="es-AR" b="1" dirty="0"/>
              <a:t>Trabajo con VOYANT TOOLS</a:t>
            </a:r>
          </a:p>
          <a:p>
            <a:endParaRPr lang="es-AR" dirty="0"/>
          </a:p>
          <a:p>
            <a:r>
              <a:rPr lang="es-AR" b="1" dirty="0"/>
              <a:t>URL generada: </a:t>
            </a:r>
            <a:r>
              <a:rPr lang="es-AR" dirty="0">
                <a:hlinkClick r:id="rId2"/>
              </a:rPr>
              <a:t>https://voyant-tools.org/?corpus=99b82f08db66891291f05d01385e3244</a:t>
            </a:r>
            <a:endParaRPr lang="es-AR" dirty="0"/>
          </a:p>
          <a:p>
            <a:endParaRPr lang="es-AR" dirty="0"/>
          </a:p>
          <a:p>
            <a:r>
              <a:rPr lang="es-AR" b="1" dirty="0"/>
              <a:t>Sumario</a:t>
            </a:r>
          </a:p>
          <a:p>
            <a:r>
              <a:rPr lang="es-AR" dirty="0">
                <a:hlinkClick r:id="rId3"/>
              </a:rPr>
              <a:t>https://voyant-tools.org/?corpus=99b82f08db66891291f05d01385e3244&amp;palette=Observable10&amp;stopList=keywords-37bffb3bc61d0a340120b73ace0fa1fe&amp;limit=35&amp;view=Summary</a:t>
            </a:r>
            <a:endParaRPr lang="es-AR" dirty="0"/>
          </a:p>
          <a:p>
            <a:endParaRPr lang="es-AR" dirty="0"/>
          </a:p>
          <a:p>
            <a:endParaRPr lang="es-AR" dirty="0"/>
          </a:p>
          <a:p>
            <a:endParaRPr lang="es-AR" dirty="0"/>
          </a:p>
          <a:p>
            <a:r>
              <a:rPr lang="es-MX" dirty="0"/>
              <a:t>Este corpus tiene 3 documentos con 13,193 total de palabras y 3,252 formulario de palabra única. </a:t>
            </a:r>
          </a:p>
          <a:p>
            <a:endParaRPr lang="es-MX" dirty="0"/>
          </a:p>
          <a:p>
            <a:endParaRPr lang="es-AR" dirty="0"/>
          </a:p>
          <a:p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2867788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1B2B030-4738-4359-9E46-144B7C8BFF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117" y="8300"/>
            <a:ext cx="12193117" cy="6849700"/>
          </a:xfrm>
          <a:prstGeom prst="rect">
            <a:avLst/>
          </a:prstGeom>
          <a:solidFill>
            <a:schemeClr val="bg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722B2DD-E14D-4972-9D98-5D6E61B1B2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1144310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24E9166C-F04D-D555-B724-C17FB23EF8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21" t="5677" r="1" b="5034"/>
          <a:stretch>
            <a:fillRect/>
          </a:stretch>
        </p:blipFill>
        <p:spPr>
          <a:xfrm>
            <a:off x="20" y="389744"/>
            <a:ext cx="12191980" cy="6130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046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A3B82F9E-76CA-C7A9-8688-3515CE782D0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92" r="24524"/>
          <a:stretch>
            <a:fillRect/>
          </a:stretch>
        </p:blipFill>
        <p:spPr bwMode="auto">
          <a:xfrm>
            <a:off x="732033" y="254832"/>
            <a:ext cx="10727933" cy="5936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9924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47157CDC-9AD7-3113-49A3-51524AAF05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344" t="10692" b="33762"/>
          <a:stretch>
            <a:fillRect/>
          </a:stretch>
        </p:blipFill>
        <p:spPr>
          <a:xfrm>
            <a:off x="1776334" y="329782"/>
            <a:ext cx="8639331" cy="5909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94624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8ACAA7A8-5AFB-B1B6-A0A6-C6BC5A6707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164" t="41526" r="901" b="21298"/>
          <a:stretch>
            <a:fillRect/>
          </a:stretch>
        </p:blipFill>
        <p:spPr>
          <a:xfrm>
            <a:off x="411480" y="1581074"/>
            <a:ext cx="11670593" cy="3815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4601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AF661BA5-AFB3-42CD-93F3-C61B1FC84D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5004" r="77661" b="36885"/>
          <a:stretch>
            <a:fillRect/>
          </a:stretch>
        </p:blipFill>
        <p:spPr>
          <a:xfrm>
            <a:off x="284813" y="1109272"/>
            <a:ext cx="3825240" cy="463196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A7D3AC92-006A-0C8A-865A-DAAEA6B075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1384" t="19471" r="31270" b="37043"/>
          <a:stretch>
            <a:fillRect/>
          </a:stretch>
        </p:blipFill>
        <p:spPr>
          <a:xfrm>
            <a:off x="4271775" y="308087"/>
            <a:ext cx="6972960" cy="6234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4480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3132B18-8083-299A-601B-A66EFE9DD8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836" t="10910" r="27416" b="6646"/>
          <a:stretch>
            <a:fillRect/>
          </a:stretch>
        </p:blipFill>
        <p:spPr>
          <a:xfrm>
            <a:off x="3390900" y="490428"/>
            <a:ext cx="5410200" cy="5651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31104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965</TotalTime>
  <Words>80</Words>
  <Application>Microsoft Office PowerPoint</Application>
  <PresentationFormat>Panorámica</PresentationFormat>
  <Paragraphs>17</Paragraphs>
  <Slides>7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Horacio Paradela</dc:creator>
  <cp:lastModifiedBy>Horacio Paradela</cp:lastModifiedBy>
  <cp:revision>4</cp:revision>
  <dcterms:created xsi:type="dcterms:W3CDTF">2025-12-23T23:05:45Z</dcterms:created>
  <dcterms:modified xsi:type="dcterms:W3CDTF">2025-12-24T15:11:20Z</dcterms:modified>
</cp:coreProperties>
</file>